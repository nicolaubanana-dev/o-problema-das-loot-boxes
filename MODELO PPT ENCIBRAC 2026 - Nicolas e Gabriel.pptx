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150753"/>
            <a:ext cx="426243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 IMPACTO E RISCO DAS LOOT BOXES</a:t>
            </a:r>
            <a:endParaRPr lang="pt-BR" altLang="pt-BR" sz="30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Nicolas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Bellasco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Gabriel Santiago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5941851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5276" y="3622457"/>
            <a:ext cx="3045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 err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Loot</a:t>
            </a: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boxes; Jogos de azar; Saúde mental.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165045" y="5254109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crescimento acelerado da monetização em jogos eletrônicos por meio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(caixas de recompensa de valor incerto).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semelhança psicológica direta entre as mecânicas das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e os jogos de azar tradicionais (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exposição precoce de crianças e adolescentes a práticas de apostas mascaradas de entretenimento.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ausência de regulamentação governamental adequada no cenário nacional para proteger menores de 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 aumento expressivo de comportamentos aditivos e problemas com o jogo (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problem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) entre o público jovem.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necessidade de fornecer embasamento científico para apoiar futuras diretrizes de proteção ao consumidor e regulação digital.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359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Tipo: Revisão integrativa e sistemática da literatura científica.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Bases de Dados: </a:t>
            </a:r>
            <a:r>
              <a:rPr lang="pt-BR" sz="1800" dirty="0" err="1">
                <a:effectLst/>
                <a:latin typeface="Segoe UI" panose="020B0502040204020203" pitchFamily="34" charset="0"/>
              </a:rPr>
              <a:t>PubMed</a:t>
            </a:r>
            <a:r>
              <a:rPr lang="pt-BR" sz="1800" dirty="0">
                <a:effectLst/>
                <a:latin typeface="Segoe UI" panose="020B0502040204020203" pitchFamily="34" charset="0"/>
              </a:rPr>
              <a:t>, </a:t>
            </a:r>
            <a:r>
              <a:rPr lang="pt-BR" sz="1800" dirty="0" err="1">
                <a:effectLst/>
                <a:latin typeface="Segoe UI" panose="020B0502040204020203" pitchFamily="34" charset="0"/>
              </a:rPr>
              <a:t>ScienceDirect</a:t>
            </a:r>
            <a:r>
              <a:rPr lang="pt-BR" sz="1800" dirty="0">
                <a:effectLst/>
                <a:latin typeface="Segoe UI" panose="020B0502040204020203" pitchFamily="34" charset="0"/>
              </a:rPr>
              <a:t> e </a:t>
            </a:r>
            <a:r>
              <a:rPr lang="pt-BR" sz="1800" dirty="0" err="1">
                <a:effectLst/>
                <a:latin typeface="Segoe UI" panose="020B0502040204020203" pitchFamily="34" charset="0"/>
              </a:rPr>
              <a:t>Sage</a:t>
            </a:r>
            <a:r>
              <a:rPr lang="pt-BR" sz="1800" dirty="0">
                <a:effectLst/>
                <a:latin typeface="Segoe UI" panose="020B0502040204020203" pitchFamily="34" charset="0"/>
              </a:rPr>
              <a:t> </a:t>
            </a:r>
            <a:r>
              <a:rPr lang="pt-BR" sz="1800" dirty="0" err="1">
                <a:effectLst/>
                <a:latin typeface="Segoe UI" panose="020B0502040204020203" pitchFamily="34" charset="0"/>
              </a:rPr>
              <a:t>Journals</a:t>
            </a:r>
            <a:r>
              <a:rPr lang="pt-BR" sz="1800" dirty="0">
                <a:effectLst/>
                <a:latin typeface="Segoe UI" panose="020B0502040204020203" pitchFamily="34" charset="0"/>
              </a:rPr>
              <a:t>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Período e Critérios: Artigos empíricos e meta-análises publicados entre 2021 e 2022 focados em comportamentos aditivos em jovens.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Seleção: Triagem que resultou em três estudos principais de referência internacional.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 err="1">
                <a:latin typeface="Verdana" pitchFamily="34" charset="0"/>
                <a:ea typeface="Verdana" pitchFamily="34" charset="0"/>
              </a:rPr>
              <a:t>Wardle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&amp;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Zendle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(2021): Jovens de 16 a 24 anos que compram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apresentam chances 4,5 vezes maiores de desenvolver problemas com apostas, além de escores significativamente maiores de impulsividade.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 err="1">
                <a:latin typeface="Verdana" pitchFamily="34" charset="0"/>
                <a:ea typeface="Verdana" pitchFamily="34" charset="0"/>
              </a:rPr>
              <a:t>Spicer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et al. (2022b): Meta-análise com mais de 25 mil participantes que comprovou correlação estatística sólida entre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e jogo problemático ($r = 0,27$) e vício em videogames ($r = 0,40$)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 err="1">
                <a:latin typeface="Verdana" pitchFamily="34" charset="0"/>
                <a:ea typeface="Verdana" pitchFamily="34" charset="0"/>
              </a:rPr>
              <a:t>Spicer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et al. (2022a): Investigação da "hipótese da porta de entrada" (gateway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hypothesis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Cerca de 19,87% dos participantes relataram que as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serviram de estímulo inicial para migrarem para os jogos de azar tradicionais.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Dado Crítico: 82,4% dos jovens afetados por esse efeito compraram sua primeira caixa surpresa antes dos 18 anos, provando que a mecânica atua como um vetor precoce de iniciação ao vício.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ultrapassam o escopo do entretenimento, atuando como um catalisador para o jogo problemático e uma porta de entrada para apostas em menores de 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As evidências científicas reunidas comprovam riscos severos à saúde mental da juventude, exigindo intervenção regulatória urgente.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Limitações: Predominância de estudos transversais (sem causalidade definitiva) e dependência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auto-relato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Recomenda-se o desenvolvimento de pesquisas longitudinais.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SPICER, S. G. et al.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problem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Investigating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the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“gateway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hypothesis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”.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Addictive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Behaviors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v. 131, p. 107327, 2022.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SPICER, S. G. et al.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problem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problem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video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A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systematic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review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meta-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synthesis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New Media &amp; Society, v. 24, n. 4, p. 1001–1022, 2022.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WARDLE, H.; ZENDLE, D.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Loot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Boxes,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Problem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Gambling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Among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Young People: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Results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from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a Cross-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Sectional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Online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Survey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Cyberpsychology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Behavior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Social Networking, v. 24, n. 4, p. 267–274, 2021.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Obrigado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pela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sua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atenção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!”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567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NICOLAS</cp:lastModifiedBy>
  <cp:revision>23</cp:revision>
  <dcterms:created xsi:type="dcterms:W3CDTF">2021-05-14T17:32:15Z</dcterms:created>
  <dcterms:modified xsi:type="dcterms:W3CDTF">2026-10-15T00:05:37Z</dcterms:modified>
</cp:coreProperties>
</file>